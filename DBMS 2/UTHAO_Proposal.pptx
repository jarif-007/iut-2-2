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4410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8978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DBMS-II Lab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46405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UTHAO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01000" y="45765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img_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868680"/>
            <a:ext cx="36576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783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Proposal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03504" y="22402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UTHAO</a:t>
            </a:r>
            <a:endParaRPr lang="en-US" sz="86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to End parcel delivery platform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4410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8978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DBMS-II Lab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46405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UTHAO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01000" y="45765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MaoLANA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775704" y="585216"/>
            <a:ext cx="1920240" cy="4041648"/>
          </a:xfrm>
          <a:prstGeom prst="roundRect">
            <a:avLst>
              <a:gd name="adj" fmla="val 2857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img_tea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30568" y="640080"/>
            <a:ext cx="1810512" cy="3931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Saif Al Sarker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251960" y="2011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230042106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266090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Ifham Bin Hossain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251960" y="266090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230042112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33101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Mohammad Faiaj Jarif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251960" y="33101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230042152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39593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Jahirul Islam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251960" y="39593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230042156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4410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8978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DBMS-II Lab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46405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UTHAO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01000" y="45765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courier systems break down at scale. Common failures: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2438400" cy="1078992"/>
          </a:xfrm>
          <a:prstGeom prst="roundRect">
            <a:avLst>
              <a:gd name="adj" fmla="val 5932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2221992"/>
            <a:ext cx="2109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" y="2624328"/>
            <a:ext cx="2109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 loss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52800" y="2057400"/>
            <a:ext cx="2438400" cy="1078992"/>
          </a:xfrm>
          <a:prstGeom prst="roundRect">
            <a:avLst>
              <a:gd name="adj" fmla="val 5932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7392" y="2221992"/>
            <a:ext cx="2109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17392" y="2624328"/>
            <a:ext cx="2109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 delivery status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65520" y="2057400"/>
            <a:ext cx="2438400" cy="1078992"/>
          </a:xfrm>
          <a:prstGeom prst="roundRect">
            <a:avLst>
              <a:gd name="adj" fmla="val 5932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30112" y="2221992"/>
            <a:ext cx="2109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30112" y="2624328"/>
            <a:ext cx="2109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track movement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3392424"/>
            <a:ext cx="2438400" cy="1078992"/>
          </a:xfrm>
          <a:prstGeom prst="roundRect">
            <a:avLst>
              <a:gd name="adj" fmla="val 5932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4672" y="3557016"/>
            <a:ext cx="2109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4672" y="3959352"/>
            <a:ext cx="2109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customer data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352800" y="3392424"/>
            <a:ext cx="2438400" cy="1078992"/>
          </a:xfrm>
          <a:prstGeom prst="roundRect">
            <a:avLst>
              <a:gd name="adj" fmla="val 5932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17392" y="3557016"/>
            <a:ext cx="2109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17392" y="3959352"/>
            <a:ext cx="2109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warehouse management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065520" y="3392424"/>
            <a:ext cx="2438400" cy="1078992"/>
          </a:xfrm>
          <a:prstGeom prst="roundRect">
            <a:avLst>
              <a:gd name="adj" fmla="val 5932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30112" y="3557016"/>
            <a:ext cx="2109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30112" y="3959352"/>
            <a:ext cx="2109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performance reports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4410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8978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DBMS-II Lab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46405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UTHAO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01000" y="45765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3813048" cy="1335024"/>
          </a:xfrm>
          <a:prstGeom prst="roundRect">
            <a:avLst>
              <a:gd name="adj" fmla="val 4795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81328" y="1828800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377440"/>
            <a:ext cx="3410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delivery requests</a:t>
            </a:r>
            <a:endParaRPr lang="en-US" sz="12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parcels</a:t>
            </a:r>
            <a:endParaRPr lang="en-US" sz="12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delivery history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90872" y="1627632"/>
            <a:ext cx="3813048" cy="1335024"/>
          </a:xfrm>
          <a:prstGeom prst="roundRect">
            <a:avLst>
              <a:gd name="adj" fmla="val 4795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32120" y="1828800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Employees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2377440"/>
            <a:ext cx="3410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parcels</a:t>
            </a:r>
            <a:endParaRPr lang="en-US" sz="12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to warehouses</a:t>
            </a:r>
            <a:endParaRPr lang="en-US" sz="12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parcel status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3813048" cy="1335024"/>
          </a:xfrm>
          <a:prstGeom prst="roundRect">
            <a:avLst>
              <a:gd name="adj" fmla="val 4795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34015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🚚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81328" y="3401568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Agents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3950208"/>
            <a:ext cx="3410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assignments</a:t>
            </a:r>
            <a:endParaRPr lang="en-US" sz="12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delivery status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90872" y="3200400"/>
            <a:ext cx="3813048" cy="1335024"/>
          </a:xfrm>
          <a:prstGeom prst="roundRect">
            <a:avLst>
              <a:gd name="adj" fmla="val 4795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4015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32120" y="3401568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92040" y="3950208"/>
            <a:ext cx="3410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operations</a:t>
            </a:r>
            <a:endParaRPr lang="en-US" sz="12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reports</a:t>
            </a:r>
            <a:endParaRPr lang="en-US" sz="12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performance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4410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8978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DBMS-II Lab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46405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UTHAO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01000" y="45765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Features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2450592" cy="1280160"/>
          </a:xfrm>
          <a:prstGeom prst="roundRect">
            <a:avLst>
              <a:gd name="adj" fmla="val 5000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9385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81328" y="193852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46888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&amp; role-based access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46704" y="1737360"/>
            <a:ext cx="2450592" cy="1280160"/>
          </a:xfrm>
          <a:prstGeom prst="roundRect">
            <a:avLst>
              <a:gd name="adj" fmla="val 5000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47872" y="19385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87952" y="193852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 Management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47872" y="246888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update, cancel, track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53328" y="1737360"/>
            <a:ext cx="2450592" cy="1280160"/>
          </a:xfrm>
          <a:prstGeom prst="roundRect">
            <a:avLst>
              <a:gd name="adj" fmla="val 5000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54496" y="19385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94576" y="193852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Management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54496" y="246888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store, transfer parcels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273552"/>
            <a:ext cx="2450592" cy="1280160"/>
          </a:xfrm>
          <a:prstGeom prst="roundRect">
            <a:avLst>
              <a:gd name="adj" fmla="val 5000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3474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🛵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81328" y="347472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Management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" y="4005072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Assign, schedule, confirm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46704" y="3273552"/>
            <a:ext cx="2450592" cy="1280160"/>
          </a:xfrm>
          <a:prstGeom prst="roundRect">
            <a:avLst>
              <a:gd name="adj" fmla="val 5000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47872" y="3474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187952" y="347472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Management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47872" y="4005072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Charges, history, revenue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53328" y="3273552"/>
            <a:ext cx="2450592" cy="1280160"/>
          </a:xfrm>
          <a:prstGeom prst="roundRect">
            <a:avLst>
              <a:gd name="adj" fmla="val 5000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54496" y="3474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894576" y="347472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54496" y="4005072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Deliveries, revenue,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4410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8978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DBMS-II Lab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46405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UTHAO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01000" y="45765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of RDB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3813048" cy="1335024"/>
          </a:xfrm>
          <a:prstGeom prst="roundRect">
            <a:avLst>
              <a:gd name="adj" fmla="val 4795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81328" y="1828800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359152"/>
            <a:ext cx="3410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keys, foreign keys &amp; constraints keep data valid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90872" y="1627632"/>
            <a:ext cx="3813048" cy="1335024"/>
          </a:xfrm>
          <a:prstGeom prst="roundRect">
            <a:avLst>
              <a:gd name="adj" fmla="val 4795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32120" y="1828800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Consistency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2359152"/>
            <a:ext cx="3410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keep assignments, payments &amp; status in sync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3813048" cy="1335024"/>
          </a:xfrm>
          <a:prstGeom prst="roundRect">
            <a:avLst>
              <a:gd name="adj" fmla="val 4795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34015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81328" y="3401568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Querying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3931920"/>
            <a:ext cx="3410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Joins, indexes &amp; views for fast reporting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90872" y="3200400"/>
            <a:ext cx="3813048" cy="1335024"/>
          </a:xfrm>
          <a:prstGeom prst="roundRect">
            <a:avLst>
              <a:gd name="adj" fmla="val 4795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4015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32120" y="3401568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92040" y="3931920"/>
            <a:ext cx="3410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&amp; procedures run logic inside the database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4410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8978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DBMS-II Lab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46405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UTHAO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01000" y="45765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Entities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468880" cy="841248"/>
          </a:xfrm>
          <a:prstGeom prst="roundRect">
            <a:avLst>
              <a:gd name="adj" fmla="val 7609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764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&amp; receiver info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1645920"/>
            <a:ext cx="2468880" cy="841248"/>
          </a:xfrm>
          <a:prstGeom prst="roundRect">
            <a:avLst>
              <a:gd name="adj" fmla="val 7609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764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20440" y="2103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offices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645920"/>
            <a:ext cx="2468880" cy="841248"/>
          </a:xfrm>
          <a:prstGeom prst="roundRect">
            <a:avLst>
              <a:gd name="adj" fmla="val 7609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764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17920" y="2103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locations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688336"/>
            <a:ext cx="2468880" cy="841248"/>
          </a:xfrm>
          <a:prstGeom prst="roundRect">
            <a:avLst>
              <a:gd name="adj" fmla="val 7609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2807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31455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staff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37560" y="2688336"/>
            <a:ext cx="2468880" cy="841248"/>
          </a:xfrm>
          <a:prstGeom prst="roundRect">
            <a:avLst>
              <a:gd name="adj" fmla="val 7609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20440" y="2807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Agent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520440" y="31455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personnel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35040" y="2688336"/>
            <a:ext cx="2468880" cy="841248"/>
          </a:xfrm>
          <a:prstGeom prst="roundRect">
            <a:avLst>
              <a:gd name="adj" fmla="val 7609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0" y="2807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217920" y="31455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 details &amp; status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3730752"/>
            <a:ext cx="2468880" cy="841248"/>
          </a:xfrm>
          <a:prstGeom prst="roundRect">
            <a:avLst>
              <a:gd name="adj" fmla="val 7609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38496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 Assignment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2960" y="4187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↔ parcel link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37560" y="3730752"/>
            <a:ext cx="2468880" cy="841248"/>
          </a:xfrm>
          <a:prstGeom prst="roundRect">
            <a:avLst>
              <a:gd name="adj" fmla="val 7609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520440" y="38496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History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3520440" y="4187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parcel movement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35040" y="3730752"/>
            <a:ext cx="2468880" cy="841248"/>
          </a:xfrm>
          <a:prstGeom prst="roundRect">
            <a:avLst>
              <a:gd name="adj" fmla="val 7609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17920" y="38496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217920" y="4187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records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4410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8978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DBMS-II Lab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46405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UTHAO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01000" y="45765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Features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Course-relevant techniques we will demonstrate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450592" cy="1170432"/>
          </a:xfrm>
          <a:prstGeom prst="roundRect">
            <a:avLst>
              <a:gd name="adj" fmla="val 5469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2128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81328" y="221284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Procedures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74320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&amp; transfer parcels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46704" y="2011680"/>
            <a:ext cx="2450592" cy="1170432"/>
          </a:xfrm>
          <a:prstGeom prst="roundRect">
            <a:avLst>
              <a:gd name="adj" fmla="val 5469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47872" y="22128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87952" y="221284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47872" y="274320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cost, tracking history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53328" y="2011680"/>
            <a:ext cx="2450592" cy="1170432"/>
          </a:xfrm>
          <a:prstGeom prst="roundRect">
            <a:avLst>
              <a:gd name="adj" fmla="val 5469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54496" y="22128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94576" y="221284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54496" y="274320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status history &amp; revenue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419856"/>
            <a:ext cx="2450592" cy="1170432"/>
          </a:xfrm>
          <a:prstGeom prst="roundRect">
            <a:avLst>
              <a:gd name="adj" fmla="val 5469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36210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81328" y="3621024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4151376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&amp; delayed deliveries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46704" y="3419856"/>
            <a:ext cx="2450592" cy="1170432"/>
          </a:xfrm>
          <a:prstGeom prst="roundRect">
            <a:avLst>
              <a:gd name="adj" fmla="val 5469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47872" y="36210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↪️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187952" y="3621024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47872" y="4151376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Row-by-row monthly reports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53328" y="3419856"/>
            <a:ext cx="2450592" cy="1170432"/>
          </a:xfrm>
          <a:prstGeom prst="roundRect">
            <a:avLst>
              <a:gd name="adj" fmla="val 5469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54496" y="36210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894576" y="3621024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Joins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54496" y="4151376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Multi-table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4410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8978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DBMS-II Lab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46405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UTHAO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01000" y="45765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760220" cy="1920240"/>
          </a:xfrm>
          <a:prstGeom prst="roundRect">
            <a:avLst>
              <a:gd name="adj" fmla="val 4156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03120"/>
            <a:ext cx="17602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🐘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1577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3364992"/>
            <a:ext cx="1577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74620" y="1828800"/>
            <a:ext cx="1760220" cy="1920240"/>
          </a:xfrm>
          <a:prstGeom prst="roundRect">
            <a:avLst>
              <a:gd name="adj" fmla="val 4156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74620" y="2103120"/>
            <a:ext cx="17602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2766060" y="2971800"/>
            <a:ext cx="1577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766060" y="3364992"/>
            <a:ext cx="1577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09160" y="1828800"/>
            <a:ext cx="1760220" cy="1920240"/>
          </a:xfrm>
          <a:prstGeom prst="roundRect">
            <a:avLst>
              <a:gd name="adj" fmla="val 4156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2103120"/>
            <a:ext cx="17602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⚛️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4800600" y="2971800"/>
            <a:ext cx="1577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800600" y="3364992"/>
            <a:ext cx="1577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43700" y="1828800"/>
            <a:ext cx="1760220" cy="1920240"/>
          </a:xfrm>
          <a:prstGeom prst="roundRect">
            <a:avLst>
              <a:gd name="adj" fmla="val 4156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43700" y="2103120"/>
            <a:ext cx="17602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6835140" y="2971800"/>
            <a:ext cx="1577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835140" y="3364992"/>
            <a:ext cx="1577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4410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8978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DBMS-II Lab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46405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UTHAO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01000" y="45765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" y="19842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24028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books parcel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331720" y="18745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697480" y="18745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25496" y="19842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43784" y="224028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receives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89120" y="18745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54880" y="18745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82896" y="19842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01184" y="224028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stores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6520" y="18745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812280" y="18745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0296" y="19842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58584" y="224028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assigns agent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29500" y="27432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812280" y="34290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40296" y="3538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58584" y="379476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delivers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46520" y="342900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754880" y="34290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82896" y="3538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01184" y="379476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confirms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389120" y="342900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2697480" y="34290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825496" y="3538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843784" y="379476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completed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4410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8978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DBMS-II Lab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46405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UTHAO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01000" y="45765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Features (Bonus)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2450592" cy="1243584"/>
          </a:xfrm>
          <a:prstGeom prst="roundRect">
            <a:avLst>
              <a:gd name="adj" fmla="val 5147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9385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81328" y="193852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Materialized Views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1248" y="2468880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monthly revenue summary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46704" y="1737360"/>
            <a:ext cx="2450592" cy="1243584"/>
          </a:xfrm>
          <a:prstGeom prst="roundRect">
            <a:avLst>
              <a:gd name="adj" fmla="val 5147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47872" y="19385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87952" y="193852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47872" y="2468880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history split by month/year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53328" y="1737360"/>
            <a:ext cx="2450592" cy="1243584"/>
          </a:xfrm>
          <a:prstGeom prst="roundRect">
            <a:avLst>
              <a:gd name="adj" fmla="val 5147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54496" y="19385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94576" y="193852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Triggers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54496" y="2468880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update &amp; delete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993392" y="3218688"/>
            <a:ext cx="2450592" cy="1243584"/>
          </a:xfrm>
          <a:prstGeom prst="roundRect">
            <a:avLst>
              <a:gd name="adj" fmla="val 5147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94560" y="34198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834640" y="3419856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Search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194560" y="3950208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or tracking number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0016" y="3218688"/>
            <a:ext cx="2450592" cy="1243584"/>
          </a:xfrm>
          <a:prstGeom prst="roundRect">
            <a:avLst>
              <a:gd name="adj" fmla="val 5147"/>
            </a:avLst>
          </a:prstGeom>
          <a:solidFill>
            <a:srgbClr val="F6F4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01184" y="34198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41264" y="3419856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Mgmt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901184" y="3950208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assign with rollback on fail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4410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8978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DBMS-II Lab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46405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UTHAO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01000" y="45765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pic>
        <p:nvPicPr>
          <p:cNvPr id="6" name="Image 0" descr="img_scoo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8072" y="969264"/>
            <a:ext cx="3493008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920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640080" y="2971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40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all for UTHAO!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UTHAO - Project Proposal</dc:title>
  <dc:subject>PptxGenJS Presentation</dc:subject>
  <dc:creator>Team UTHAO</dc:creator>
  <cp:lastModifiedBy>Team UTHAO</cp:lastModifiedBy>
  <cp:revision>1</cp:revision>
  <dcterms:created xsi:type="dcterms:W3CDTF">2026-06-19T04:04:02Z</dcterms:created>
  <dcterms:modified xsi:type="dcterms:W3CDTF">2026-06-19T04:04:02Z</dcterms:modified>
</cp:coreProperties>
</file>